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3128"/>
                </a:solidFill>
              </a:rPr>
              <a:t>BarangayConnect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0584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E6E68"/>
                </a:solidFill>
              </a:rPr>
              <a:t>IT114L Final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772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C2B2D"/>
                </a:solidFill>
              </a:defRPr>
            </a:pPr>
            <a:r>
              <a:t>Institutional website for a barangay or local government office</a:t>
            </a:r>
          </a:p>
          <a:p>
            <a:pPr>
              <a:defRPr sz="2000">
                <a:solidFill>
                  <a:srgbClr val="1C2B2D"/>
                </a:solidFill>
              </a:defRPr>
            </a:pPr>
            <a:r>
              <a:t>Built with ASP.NET Core MVC on .NET 10</a:t>
            </a:r>
          </a:p>
          <a:p>
            <a:pPr>
              <a:defRPr sz="2000">
                <a:solidFill>
                  <a:srgbClr val="1C2B2D"/>
                </a:solidFill>
              </a:defRPr>
            </a:pPr>
            <a:r>
              <a:t>Uses an embedded SQLite database stored in the project source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3128"/>
                </a:solidFill>
              </a:rPr>
              <a:t>Problem and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0584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E6E68"/>
                </a:solidFill>
              </a:rPr>
              <a:t>Why the system was created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C2B2D"/>
                </a:solidFill>
              </a:defRPr>
            </a:pPr>
            <a:r>
              <a:t>Manual service tracking can slow down resident transactions and office coordination.</a:t>
            </a:r>
          </a:p>
          <a:p>
            <a:pPr>
              <a:defRPr sz="2000">
                <a:solidFill>
                  <a:srgbClr val="1C2B2D"/>
                </a:solidFill>
              </a:defRPr>
            </a:pPr>
            <a:r>
              <a:t>The project centralizes announcements, resident records, appointments, and requests.</a:t>
            </a:r>
          </a:p>
          <a:p>
            <a:pPr>
              <a:defRPr sz="2000">
                <a:solidFill>
                  <a:srgbClr val="1C2B2D"/>
                </a:solidFill>
              </a:defRPr>
            </a:pPr>
            <a:r>
              <a:t>The goal is to demonstrate web development, UI design, and SQL-backed data management.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3128"/>
                </a:solidFill>
              </a:rPr>
              <a:t>System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0584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E6E68"/>
                </a:solidFill>
              </a:rPr>
              <a:t>Main features of the web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C2B2D"/>
                </a:solidFill>
              </a:defRPr>
            </a:pPr>
            <a:r>
              <a:t>Dashboard with service statistics and recent activity</a:t>
            </a:r>
          </a:p>
          <a:p>
            <a:pPr>
              <a:defRPr sz="2000">
                <a:solidFill>
                  <a:srgbClr val="1C2B2D"/>
                </a:solidFill>
              </a:defRPr>
            </a:pPr>
            <a:r>
              <a:t>Announcements page for public notices</a:t>
            </a:r>
          </a:p>
          <a:p>
            <a:pPr>
              <a:defRPr sz="2000">
                <a:solidFill>
                  <a:srgbClr val="1C2B2D"/>
                </a:solidFill>
              </a:defRPr>
            </a:pPr>
            <a:r>
              <a:t>Resident registry with data entry form</a:t>
            </a:r>
          </a:p>
          <a:p>
            <a:pPr>
              <a:defRPr sz="2000">
                <a:solidFill>
                  <a:srgbClr val="1C2B2D"/>
                </a:solidFill>
              </a:defRPr>
            </a:pPr>
            <a:r>
              <a:t>Service catalog with office schedules and requirements</a:t>
            </a:r>
          </a:p>
          <a:p>
            <a:pPr>
              <a:defRPr sz="2000">
                <a:solidFill>
                  <a:srgbClr val="1C2B2D"/>
                </a:solidFill>
              </a:defRPr>
            </a:pPr>
            <a:r>
              <a:t>Appointment scheduling form and listing</a:t>
            </a:r>
          </a:p>
          <a:p>
            <a:pPr>
              <a:defRPr sz="2000">
                <a:solidFill>
                  <a:srgbClr val="1C2B2D"/>
                </a:solidFill>
              </a:defRPr>
            </a:pPr>
            <a:r>
              <a:t>Service request submission and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3128"/>
                </a:solidFill>
              </a:rPr>
              <a:t>Database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0584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E6E68"/>
                </a:solidFill>
              </a:rPr>
              <a:t>Embedded SQLite for easy updates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C2B2D"/>
                </a:solidFill>
              </a:defRPr>
            </a:pPr>
            <a:r>
              <a:t>Tables: Residents, Services, Announcements, Appointments, ServiceRequests</a:t>
            </a:r>
          </a:p>
          <a:p>
            <a:pPr>
              <a:defRPr sz="2000">
                <a:solidFill>
                  <a:srgbClr val="1C2B2D"/>
                </a:solidFill>
              </a:defRPr>
            </a:pPr>
            <a:r>
              <a:t>Appointments and ServiceRequests use foreign keys to connect Residents and Services</a:t>
            </a:r>
          </a:p>
          <a:p>
            <a:pPr>
              <a:defRPr sz="2000">
                <a:solidFill>
                  <a:srgbClr val="1C2B2D"/>
                </a:solidFill>
              </a:defRPr>
            </a:pPr>
            <a:r>
              <a:t>Database file is stored locally in App_Data/barangayconnect.db</a:t>
            </a:r>
          </a:p>
          <a:p>
            <a:pPr>
              <a:defRPr sz="2000">
                <a:solidFill>
                  <a:srgbClr val="1C2B2D"/>
                </a:solidFill>
              </a:defRPr>
            </a:pPr>
            <a:r>
              <a:t>Raw SQL statements are used for transparent retrieval and insert operations</a:t>
            </a:r>
          </a:p>
        </p:txBody>
      </p:sp>
      <p:pic>
        <p:nvPicPr>
          <p:cNvPr id="5" name="Picture 4" descr="Final-E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1097280"/>
            <a:ext cx="3657600" cy="23206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3128"/>
                </a:solidFill>
              </a:rP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0584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E6E68"/>
                </a:solidFill>
              </a:rPr>
              <a:t>Frameworks and implementation choices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C2B2D"/>
                </a:solidFill>
              </a:defRPr>
            </a:pPr>
            <a:r>
              <a:t>.NET 10 and ASP.NET Core MVC</a:t>
            </a:r>
          </a:p>
          <a:p>
            <a:pPr>
              <a:defRPr sz="2000">
                <a:solidFill>
                  <a:srgbClr val="1C2B2D"/>
                </a:solidFill>
              </a:defRPr>
            </a:pPr>
            <a:r>
              <a:t>Microsoft.Data.Sqlite for in-house SQL database handling</a:t>
            </a:r>
          </a:p>
          <a:p>
            <a:pPr>
              <a:defRPr sz="2000">
                <a:solidFill>
                  <a:srgbClr val="1C2B2D"/>
                </a:solidFill>
              </a:defRPr>
            </a:pPr>
            <a:r>
              <a:t>Bootstrap-based responsive user interface</a:t>
            </a:r>
          </a:p>
          <a:p>
            <a:pPr>
              <a:defRPr sz="2000">
                <a:solidFill>
                  <a:srgbClr val="1C2B2D"/>
                </a:solidFill>
              </a:defRPr>
            </a:pPr>
            <a:r>
              <a:t>Repository pattern for database initialization and data access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3128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0584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E6E68"/>
                </a:solidFill>
              </a:rPr>
              <a:t>Project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C2B2D"/>
                </a:solidFill>
              </a:defRPr>
            </a:pPr>
            <a:r>
              <a:t>BarangayConnect satisfies the requirement for multiple pages, forms, navigation, and database integration.</a:t>
            </a:r>
          </a:p>
          <a:p>
            <a:pPr>
              <a:defRPr sz="2000">
                <a:solidFill>
                  <a:srgbClr val="1C2B2D"/>
                </a:solidFill>
              </a:defRPr>
            </a:pPr>
            <a:r>
              <a:t>The SQLite approach keeps the project easy to deploy, inspect, and modify.</a:t>
            </a:r>
          </a:p>
          <a:p>
            <a:pPr>
              <a:defRPr sz="2000">
                <a:solidFill>
                  <a:srgbClr val="1C2B2D"/>
                </a:solidFill>
              </a:defRPr>
            </a:pPr>
            <a:r>
              <a:t>The application demonstrates a practical institutional system that can be extended further with authentication and reporting.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